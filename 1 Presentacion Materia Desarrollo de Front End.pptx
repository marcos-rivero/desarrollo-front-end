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ieyyju4qtQXnazkknEsjF/VsxZ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2745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8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8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8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8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8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8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1" name="Google Shape;21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0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8" name="Google Shape;28;p10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0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0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0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0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0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0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0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0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0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0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0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0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0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0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0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0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0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10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11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0" name="Google Shape;50;p1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1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2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8" name="Google Shape;58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1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3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4" name="Google Shape;64;p1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3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13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4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14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4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4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4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4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4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4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5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3" name="Google Shape;93;p1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15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15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6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6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7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7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7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7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7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7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7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7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7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7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7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7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7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17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s"/>
              <a:t>Desarrollo Front End</a:t>
            </a:r>
            <a:endParaRPr/>
          </a:p>
        </p:txBody>
      </p:sp>
      <p:sp>
        <p:nvSpPr>
          <p:cNvPr id="135" name="Google Shape;135;p1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9999"/>
              <a:buNone/>
            </a:pPr>
            <a:r>
              <a:rPr lang="es"/>
              <a:t>Ing. Marcos Rivero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9999"/>
              <a:buNone/>
            </a:pPr>
            <a:r>
              <a:rPr lang="es"/>
              <a:t>2026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59999"/>
              <a:buNone/>
            </a:pPr>
            <a:r>
              <a:rPr lang="es"/>
              <a:t>UNSTA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u="sng"/>
              <a:t>Programa de Actividades</a:t>
            </a:r>
            <a:endParaRPr u="sng"/>
          </a:p>
        </p:txBody>
      </p:sp>
      <p:sp>
        <p:nvSpPr>
          <p:cNvPr id="141" name="Google Shape;141;p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/>
              <a:t>Requisitos mínimos: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/>
              <a:t>Tener conocimiento de programación básica,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/>
              <a:t>estructura de datos,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/>
              <a:t>tipos de datos,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"/>
              <a:t>estructuras de control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u="sng"/>
              <a:t>Contenidos de la materia</a:t>
            </a:r>
            <a:endParaRPr u="sng"/>
          </a:p>
        </p:txBody>
      </p:sp>
      <p:sp>
        <p:nvSpPr>
          <p:cNvPr id="147" name="Google Shape;147;p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/>
              <a:t>Historia y Roles Front End (FE), Diferencias con Back End (BE)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/>
              <a:t>HTML y CSS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/>
              <a:t>Javascript - Typescript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/>
              <a:t>HTTP, Rest y APIs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/>
              <a:t>Framework Javascript - ReactJS / Tailwind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"/>
              <a:t>IA aplicada a Front End / Despliegue de Front End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Metodología</a:t>
            </a:r>
            <a:endParaRPr/>
          </a:p>
        </p:txBody>
      </p:sp>
      <p:sp>
        <p:nvSpPr>
          <p:cNvPr id="153" name="Google Shape;153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/>
              <a:t>Clases Teórico - Práctica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/>
              <a:t>Trabajos Prácticos y Parcial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"/>
              <a:t>Examen y Proyecto Final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Contenido</a:t>
            </a:r>
            <a:endParaRPr/>
          </a:p>
        </p:txBody>
      </p:sp>
      <p:sp>
        <p:nvSpPr>
          <p:cNvPr id="159" name="Google Shape;159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60" name="Google Shape;16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338" y="959800"/>
            <a:ext cx="8585324" cy="3774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Bibliografía</a:t>
            </a:r>
            <a:endParaRPr/>
          </a:p>
        </p:txBody>
      </p:sp>
      <p:sp>
        <p:nvSpPr>
          <p:cNvPr id="166" name="Google Shape;166;p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pic>
        <p:nvPicPr>
          <p:cNvPr id="167" name="Google Shape;1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763" y="1419225"/>
            <a:ext cx="8372475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